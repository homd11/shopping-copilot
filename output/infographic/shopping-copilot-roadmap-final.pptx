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9892a1aa9b4982" /><Relationship Type="http://schemas.openxmlformats.org/officeDocument/2006/relationships/extended-properties" Target="/docProps/app.xml" Id="R89a11d64c55e4c00" /><Relationship Type="http://schemas.openxmlformats.org/officeDocument/2006/relationships/officeDocument" Target="/ppt/presentation.xml" Id="R496cec818d2d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2a3c0b4e894762"/>
  </p:sldMasterIdLst>
  <p:notesMasterIdLst>
    <p:notesMasterId xmlns:r="http://schemas.openxmlformats.org/officeDocument/2006/relationships" r:id="Raad8e6e701374e5a"/>
  </p:notesMasterIdLst>
  <p:sldIdLst>
    <p:sldId xmlns:r="http://schemas.openxmlformats.org/officeDocument/2006/relationships" id="256" r:id="R217cb3bdde5443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36d7b1f76b47bc" /><Relationship Type="http://schemas.openxmlformats.org/officeDocument/2006/relationships/slideMaster" Target="/ppt/slideMasters/slideMaster1.xml" Id="R562a3c0b4e894762" /><Relationship Type="http://schemas.openxmlformats.org/officeDocument/2006/relationships/notesMaster" Target="/ppt/notesMasters/notesMaster1.xml" Id="Raad8e6e701374e5a" /><Relationship Type="http://schemas.openxmlformats.org/officeDocument/2006/relationships/presProps" Target="/ppt/presProps.xml" Id="R07783cdae1a841d0" /><Relationship Type="http://schemas.openxmlformats.org/officeDocument/2006/relationships/tableStyles" Target="/ppt/tableStyles.xml" Id="R17b7e2f5d9bf405c" /><Relationship Type="http://schemas.openxmlformats.org/officeDocument/2006/relationships/slide" Target="/ppt/slides/slide1.xml" Id="R217cb3bdde5443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fbd2c3f1c941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68d1acb764c80" /><Relationship Type="http://schemas.openxmlformats.org/officeDocument/2006/relationships/notesMaster" Target="/ppt/notesMasters/notesMaster1.xml" Id="R334b74ef9374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6 October 2026. Sources: docs/project-infographic-brief.md; docs/depi-guideline-alignment.md; docs/system-analysis-design.md; RESULTS.md at repository baseline 8536932. Official DEPI logo extracted from owner-supplied Project DocumentationWith Info-Graph.pdf page 1. Dates are official deadlines, not completion claims. Local MVP complete under documented acceptance adjustments. Dataset release/ML comparison and cloud acceptance remain unfinished. Guarded Confirmation applies to clear-cart and fictional checkout; reversible cart edits offer Undo. Diagram abbreviates request-response transports; provider cannot execute browser Actions. No personal contacts or credentials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68e071f3c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48c2383a14fc6" /><Relationship Type="http://schemas.openxmlformats.org/officeDocument/2006/relationships/slideLayout" Target="/ppt/slideLayouts/slideLayout1.xml" Id="R85424e0851fb40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24e0851fb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caff22ff94f97" /><Relationship Type="http://schemas.openxmlformats.org/officeDocument/2006/relationships/image" Target="/ppt/media/image.png" Id="R77b7b017f7104067" /><Relationship Type="http://schemas.openxmlformats.org/officeDocument/2006/relationships/notesSlide" Target="/ppt/notesSlides/notesSlide1.xml" Id="Rb0bca66fc700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D5F31F-4B9C-4D23-9759-C6AED8A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7b017f7104067"/>
          <a:stretch xmlns:a="http://schemas.openxmlformats.org/drawingml/2006/main"/>
        </p:blipFill>
        <p:spPr>
          <a:xfrm xmlns:a="http://schemas.openxmlformats.org/drawingml/2006/main">
            <a:off x="342900" y="71635"/>
            <a:ext cx="1028700" cy="53300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B5CE5-40F7-49F5-8B26-2A07C533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DEPI  /  Digital Egypt Pioneers Initiative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DB78A-D31E-4207-96D7-E8C236D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9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Track: AWS ML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26D8D-5B9A-4B99-BBE7-D23F1651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9075"/>
            <a:ext cx="2771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0"/>
                </a:solidFill>
                <a:latin typeface="Arial"/>
                <a:ea typeface="Arial"/>
                <a:cs typeface="Arial"/>
              </a:rPr>
              <a:t>LOCAL MVP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90AD1-A72E-41CF-9D4D-97A44FB1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0487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Shopping Copilot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B09D9-E7A6-4FF9-99B6-149411CE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0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Arabic-first product advice and controlled shopping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5928-6E16-42C8-9086-9C622DA8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2676525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3C13A-7D8A-4E8E-AB56-8EE6365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19300"/>
            <a:ext cx="2657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7E625-4873-479E-AA94-F41DB34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2286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2859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E9E95-7905-4CD0-ABA5-343906CB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57425"/>
            <a:ext cx="1238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93FAF-11C3-40DE-AF4E-F373352F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14575"/>
            <a:ext cx="857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9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AC64F-BBB2-4298-BD91-5A1215F9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859D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59D8"/>
                </a:solidFill>
                <a:latin typeface="Arial"/>
                <a:ea typeface="Arial"/>
                <a:cs typeface="Arial"/>
              </a:rPr>
              <a:t>Shopper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F88B2-80B6-44AB-A7FB-68011F85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Compare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7998E-6776-4B83-AA99-A98F90A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7655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Express needs naturally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97FBE-E3AD-40D7-8F6D-18161AC3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623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Stay in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F1AAA-82BD-42A2-A3DF-C08B86DF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1524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4D32A-6CE2-40E0-89DB-C2A4B0FE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19300"/>
            <a:ext cx="2676525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3FD61-DF43-4AA3-9D59-F0D65DDE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657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F9F46-5E7E-4E33-B96C-A2AC3A1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752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D3A4D-261D-4F39-9549-EC58CB55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383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FE402-66CE-4B2D-9B04-83D3D772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05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20A6D-8B23-4DBE-B985-52945B3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7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752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752B8"/>
                </a:solidFill>
                <a:latin typeface="Arial"/>
                <a:ea typeface="Arial"/>
                <a:cs typeface="Arial"/>
              </a:rPr>
              <a:t>Local solution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EA50E-4C04-48EA-846A-95F9CE3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Grounded product advice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828D4-310A-4F3D-86DF-87AE514F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Discovery + navigation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3AEF5-18D5-4EFA-9049-73DE541E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Cart edits + 10s Undo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9B601-5283-4198-9BBD-096F61EC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752725"/>
            <a:ext cx="1524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213D2-FC23-4769-AABF-D338581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2676525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5DD48-5D3A-4333-B0F8-7C5DD0D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19300"/>
            <a:ext cx="2657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D524DD-E0E7-4DA4-A882-C680340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247650" cy="247650"/>
          </a:xfrm>
          <a:prstGeom xmlns:a="http://schemas.openxmlformats.org/drawingml/2006/main" prst="pentagon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98B9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2922F-6A72-46CC-9C04-A9BBFA8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00275"/>
            <a:ext cx="114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98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98B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F933A-2E77-4C15-B34E-BD7BC00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98B9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8B9D"/>
                </a:solidFill>
                <a:latin typeface="Arial"/>
                <a:ea typeface="Arial"/>
                <a:cs typeface="Arial"/>
              </a:rPr>
              <a:t>Action checks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715D2-D21D-482B-86A2-19FEA01E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LLM interprets requests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BA935D-ACBC-454A-9BBF-9136CE8F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7655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Targets, bounds + stock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DBCB0-0EFE-494C-AC03-55AFFAD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623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Guarded Confirmation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34F98-CC51-495A-97E5-EE0B7D7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52725"/>
            <a:ext cx="1524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8A85E-8D9D-4C21-95EF-73373F0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19300"/>
            <a:ext cx="2676525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07332-9BEC-46CE-BE22-D193694E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657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10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A920F-112B-4637-A9C5-75ED0EA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0027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510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05FF83-CEA8-4473-937C-F2F5FB03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4790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510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527ACE-69F4-4B0A-AB9D-B3A324B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9552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9510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13F8C1-65B9-4870-AABB-CA0BBE2D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71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51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510B"/>
                </a:solidFill>
                <a:latin typeface="Arial"/>
                <a:ea typeface="Arial"/>
                <a:cs typeface="Arial"/>
              </a:rPr>
              <a:t>Graduation work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011847-9E67-49EB-A902-193C85E4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Dataset review in progress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6AC81F-CE22-40E4-B48E-28D80F0D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Offline ML comparison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5544F5-B703-4869-940F-30CA214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AWS delivery planned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54139D-7CC3-4280-A216-37CAF2EB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57C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87B919-B478-4ABD-B150-4ABB8D14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7145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3D5F63-CFC9-40A9-8369-0B0A235D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Shopper + Panel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A06D01-E22A-4E91-9B88-883F4D2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33850"/>
            <a:ext cx="19812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D0E204-8C6D-4C75-992A-AE832DED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0050"/>
            <a:ext cx="179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FastAPI Agent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77BA6E-C4CC-43B2-A03B-A46A20CA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33850"/>
            <a:ext cx="20574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213178-E7EA-4241-A590-20B9ED7C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LLM provider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6A3DC0-D640-4D6F-9645-853CF5AC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29150"/>
            <a:ext cx="19812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08A8FB0-FD11-49D9-A6F2-986BF49E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179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Bridge in Storefront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7E25F3-8765-44A8-B70A-80D0C677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20574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0F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82C73C-0285-4418-8B42-85E8A90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Storefront controls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400FAD-F229-4A6D-9CCE-B0BFA41C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00500"/>
            <a:ext cx="1057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message / context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7E3414-92D9-40A6-B338-722CD00B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4857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EB2550-D22D-4CDA-B62E-D3D8394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67200"/>
            <a:ext cx="400050" cy="952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D2DD79-7C7A-43BB-B75A-9C075E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92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request / proposal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E04F72-4CEC-4670-B880-18FF157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0532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16BC85-2AC4-4EFB-964A-D1AEAF9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9107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F5C21F-E861-4492-A4FF-DC7FAE79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52975"/>
            <a:ext cx="1905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E2ADF7-DC85-42A1-99AB-B54FDABD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624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Action / result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4DD4D0-BD71-4228-A846-966B54BA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39052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98B9D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7CA2E7-4E33-4951-ABAD-C32E345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62475"/>
            <a:ext cx="13239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Observed interaction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4B5D24-577A-4E82-B019-84ECA10A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33051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217F07-E9E0-4004-95F2-4649E3C0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0"/>
                </a:solidFill>
                <a:latin typeface="Arial"/>
                <a:ea typeface="Arial"/>
                <a:cs typeface="Arial"/>
              </a:rPr>
              <a:t>Runtime boundary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C1F073-8FE3-42E7-918E-44991B7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3000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D50"/>
                </a:solidFill>
                <a:latin typeface="Arial"/>
                <a:ea typeface="Arial"/>
                <a:cs typeface="Arial"/>
              </a:rPr>
              <a:t>Model output proposes; validated Actions execute.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27AB8B4-4B42-429A-9126-A008868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Python  /  FastAPI  /  TypeScript  /  HTTP + SSE  /  OpenRouter  / 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6E32C5-253D-4D42-846D-073776F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68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F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29A64E-331A-471B-BC91-D3183DF3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F1E215-4B1B-45BA-8CC0-939C4512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16 OCT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E76964-A31D-4435-BAB8-EDBA10B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263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Planning, review, requirements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2D9BFF-73ED-4F71-9FB1-5D1243F5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85EA9F-6E4E-4D0A-8C72-86ABB39C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3405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6 NOV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188ABE-29F8-4BA4-B365-DFCAEFC5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19800"/>
            <a:ext cx="263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System analysis + design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71AE311-E761-4A78-81D1-BA9ACCB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91E074-24CB-4C9B-98A2-8B4CA4E1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3405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30 NOV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1D0008-9A0C-4FCE-85DC-E625D6E9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019800"/>
            <a:ext cx="263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Implementation delivery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7435D5-7E93-46B0-87FC-874FF3B9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2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52B8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CC58E-42B8-49AB-A111-BC24048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34050"/>
            <a:ext cx="2638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D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D50"/>
                </a:solidFill>
                <a:latin typeface="Arial"/>
                <a:ea typeface="Arial"/>
                <a:cs typeface="Arial"/>
              </a:rPr>
              <a:t>4 DEC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024D69C-AFA5-4165-876A-0CF95E2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19800"/>
            <a:ext cx="263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Final reports + presentation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B0EC2A-D5C4-4BFA-ABA3-47089080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C"/>
                </a:solidFill>
                <a:latin typeface="Arial"/>
                <a:ea typeface="Arial"/>
                <a:cs typeface="Arial"/>
              </a:rPr>
              <a:t>DEPI DEADLINES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A8DF38-067E-415C-B4BC-726599A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C"/>
                </a:solidFill>
                <a:latin typeface="Arial"/>
                <a:ea typeface="Arial"/>
                <a:cs typeface="Arial"/>
              </a:rPr>
              <a:t>One Controlled Storefront  •  Fictional checkout  •  Local demo + source available  •  AWS delivery pending</a:t>
            </a:r>
          </a:p>
        </p:txBody>
      </p:sp>
    </p:spTree>
    <p:extLst>
      <p:ext uri="{BB962C8B-B14F-4D97-AF65-F5344CB8AC3E}">
        <p14:creationId xmlns:p14="http://schemas.microsoft.com/office/powerpoint/2010/main" val="23711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2026-10-06T20:16:27.1340000Z</dcterms:created>
  <dcterms:modified xsi:type="dcterms:W3CDTF">2026-10-06T20:16:27.1340000Z</dcterms:modified>
</coreProperties>
</file>